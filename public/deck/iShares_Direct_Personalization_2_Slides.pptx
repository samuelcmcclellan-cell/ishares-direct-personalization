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5661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8" name="Text 16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10712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10712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model portfolios from 23 iShares ETFs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10712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10712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36208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36208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36208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36208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3" name="Text 3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2026-04-01T06:26:08Z</dcterms:created>
  <dcterms:modified xsi:type="dcterms:W3CDTF">2026-04-01T06:26:08Z</dcterms:modified>
</cp:coreProperties>
</file>