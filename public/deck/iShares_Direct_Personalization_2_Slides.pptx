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iShares Can Own the Personalization Layer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portfolio guidance — not just product access. iShares has the scale, lineup, and brand to deliver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822960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$3.9T+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AUM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430+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2004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US-Listed ETFs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14173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75M+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9436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Self-Directed Accounts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2608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Self-directed investors want guidance but won't pay for an advisor — they need a product-embedded solution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7355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 (Schwab, Vanguard, Wealthfront) are racing to own this layer with robo-advisory tools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6210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broadest ETF lineup, BII capital market assumptions, and institutional credibility to win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96849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path: start with simple allocation models, layer in AI-driven personalization over 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BlackRock (US AUM, ETF count as of Q1 2026). Self-directed accounts: Cerulli Associates.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0712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AI-adaptive conversation profiles investors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to 15–20 pre-built model portfolios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iShares + BlackRock active ETFs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10712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personalizes; humans curate portfolios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2" name="Text 30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36208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0" name="Text 3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2026-03-28T01:44:15Z</dcterms:created>
  <dcterms:modified xsi:type="dcterms:W3CDTF">2026-03-28T01:44:15Z</dcterms:modified>
</cp:coreProperties>
</file>