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don't meet advisor minimums or need advisor-level services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92608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24612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5661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88620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2" name="Text 20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10712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+ 3 AI open-text insights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10712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risk-scored portfolios from 27 iShares ETFs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36208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36208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36208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7" name="Text 3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2026-04-01T05:24:38Z</dcterms:created>
  <dcterms:modified xsi:type="dcterms:W3CDTF">2026-04-01T05:24:38Z</dcterms:modified>
</cp:coreProperties>
</file>