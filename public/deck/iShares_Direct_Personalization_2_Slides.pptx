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 to Personalization Engine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Self-directed investors want personalized portfolio guidance — not just product access. iShares has the lineup to deliver it.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$3.9T+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7432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AUM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400+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4688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US-Listed ETFs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80M+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634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Self-Directed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Accounts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85800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ETF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1737360"/>
          </a:xfrm>
          <a:prstGeom prst="rect">
            <a:avLst>
              <a:gd name="adj" fmla="val 5263"/>
            </a:avLst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017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want guidance but won't pay for a financial advisor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4290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offer product screeners, not portfolio construction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this layer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ISHARES ADVANTAGE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3017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Broadest ETF lineup — index, active, factor, thematic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290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BlackRock Investment Institute capital market assumptions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3840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brand with institutional credibility at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BlackRock (US AUM, ETF count as of Q1 2026). Self-directed accounts: Cerulli Associates.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AI-adaptive conversation profiles investors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to 15–20 pre-built model portfolios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iShares + BlackRock active ETFs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personalizes; humans curate portfolios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2026-03-28T01:30:33Z</dcterms:created>
  <dcterms:modified xsi:type="dcterms:W3CDTF">2026-03-28T01:30:33Z</dcterms:modified>
</cp:coreProperties>
</file>